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dispatch, each GPU holds a ragged batch of tokens for each of its local experts. Every expert is the same small MLP, so the gate-plus-up GEMM is M_e by 7168 times 7168 by 4096 and the down GEMM is M_e by 2048 times 2048 by 7168; only M_e changes from expert to expert and from step to step. Sources: DeepSeek-V3 report §4.2 p.22 (256 routed experts, top-8, hidden 7168, expert width 2048, first three layers dense of 61), §3.4.1 p.19 (prefill EP32, 8 experts plus 1 redundant per GPU); Megatron-Core MoE report §4.2.1 p.30 (58 MoE layers).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classic way to run experts is a batched GEMM with a fixed capacity per expert. If an expert overflows, tokens are dropped; to avoid dropping, the capacity factor goes up and every under-full expert is padded. MegaBlocks measured that avoiding drops this way increased MoE-layer math by over two times, and cites models that needed capacity factors as high as 11. Source: MegaBlocks §3 p.4.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a: one batched GEMM over fixed-size expert slots; E0 overflows and drops tokens, E1 and E2 compute padding. Panel b: one GEMM per expert; each small GEMM ends in a partial wave where some SMs idle, and the host must read every expert's token count before it can launch. Megatron-Core notes that grouping beats sequential GEMMs by overlapping these wave tails, and that host-launched grouped GEMMs need a CPU-side list of per-expert counts. Sources: MegaBlocks §3 p.4; Megatron-Core MoE report §4.3.2 p.36 and §4.3.7 p.43-44.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CUTLASS-style grouped GEMMs accept an arbitrary shape and pointer per problem, which costs per-precision and per-shape engineering. An MoE layer does not need that: N and K are fixed by the model. DeepGEMM therefore groups only the M axis. Once every expert's rows are stacked in one tensor and no 128-row tile mixes two experts, the layer is a single dense-looking GEMM whose tiles each read a different weight. Sources: DeepGEMM README (contiguous layout section); Megatron-Core MoE report §4.3.2 p.36.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is one FP8 tensor of shape sum-of-M by K, holding each local expert's tokens back to back; B is the stack of G expert weights, G by N by K; D is sum-of-M by N in BF16. m_indices gives the expert of every row, with -1 for padding rows. Each 128-row tile of A and D reads the weight slab its first row names. The scaling recipe is DeepSeek-V3's: 1x128 tiles for activations, 128x128 blocks for weights. Sources: DeepGEMM 2025 API docstring of m_grouped_gemm_fp8_fp8_bf16_nt_contiguous; csrc/apis/gemm.hpp (shape [M, K] @ [G, N, K].mT); DeepSeek-V3 §3.3.2 p.16. Running example (300, 60, 200 rows)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tile loads one B tile per K step, so it can serve only one expert. If segments are packed back to back, a tile at a boundary mixes experts. DeepGEMM requires every expert segment to start on a multiple of the alignment, get_mk_alignment_for_contiguous_layout, which is 128 by default; on SM100 the theoretical alignment is 256 because UMMA_N = 256. Padding rows are zero and carry index -1. Sources: DeepGEMM README (segments aligned to the M block); heuristics/runtime.hpp l.12 and l.57-64; tests/generators.py generate_m_grouped_contiguous.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JIT compiles N, K, block sizes and the group count into the kernel; only M is a runtime argument. One CTA per SM walks the ceil(sum M / 128) by ceil(N / BLOCK_N) tile grid in a swizzled order that goes down M first, so a B tile stays hot in L2. For each tile it reads e = m_indices[128 m] and offsets B by e times N; blocks whose first row is -1 are skipped. On Hopper, two M tiles share one TMA multicast of B only if both belong to the same expert. Sources: scheduler/gemm.cuh l.92-94, 151-153, 275-300; DeepGEMM PR #103; 2025 m_grouped_gemm.py launch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2025, SGLang ran DeepEP's normal dispatch, whose output is ordered by source rank, and then a custom Triton kernel permuted it into the contiguous format. DeepEP V2 takes expert_alignment, which for DeepGEMM is get_mk_alignment_for_contiguous_layout, and writes the expanded, zero-padded layout plus per-expert prefix sums directly; DeepGEMM's psum layout takes one int per expert instead of one per row. Sources: LMSYS large-scale EP blog (2025-05-05), DeepGEMM Integration; DeepEP README l.17, l.161-163, l.198-200; DeepGEMM csrc/apis/gemm.hpp use_psum_layout; DeepGEMM PR #304 (DeepEPv2 MoE GEMM layout). Backward use: deck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last published grouped-GEMM numbers, from the DeepGEMM README of March 2025 on H800 SXM5 with NVCC 12.8. With 4 experts of 8192 rows or 8 experts of 4096 rows, the grouped kernel reaches 1346 TFLOPS on the gate-plus-up shape and 1214 on the down shape, slightly above a dense GEMM with 4096 rows and the same N and K (1265 and 1168, ratios 1.06 and 1.04, derived). Speedups of 1.2 to 1.3 times are against DeepSeek's internal CUTLASS 3.6-based implementation. Source: DeepGEMM README @ 8002b769 (2025-03-25), dense and contiguous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Padding is bounded by one tile per expert: at most 127 rows with 128 alignment, 255 with 256. At prefill-scale batches of 4096 tokens per expert that is at most 3.1 percent extra rows; compare the more-than-2x of capacity padding. At decode scale, where DeepSeek-V3 sees at most about 256 tokens per expert, the same bound reaches 50 to 100 percent, one reason decode uses other layouts. Derivation in notes/sources.md; sources: heuristics/runtime.hpp; DeepSeek-V3 §3.4.2 p.20; MegaBlocks §3 p.4.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output and the A tensor are sized by sum of M, so the plain layout needs the token counts on the host after dispatch; DeepEP's normal dispatch makes the CPU wait for them, which is not CUDA-Graph compatible (CUDA Graph background: deck 38), so decoding uses the masked layout (deck 34). The kernel assumes one N and K for all experts. In the backward pass the ragged token axis becomes the reduction axis, so weight gradients need the K-grouped variant (deck 32). On SM90 the FP8 kernels take only NT, K-major operands. DeepGEMM's Mega MoE fuses dispatch, both GEMMs, SwiGLU and combine for FP8 x FP4 inference (deck 35); library overview in deck 25, HPC-Ops' grouped GEMM in deck 29. Sources: DeepEP README @ 2be0d4f8e9 l.173-174; DeepGEMM README l.63, l.80, news 2026.04.16.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contiguous M-grouped GEMM turns a pile of ragged expert GEMMs into one persistent FP8 GEMM by fixing N and K and aligning each expert's rows to the tile. Related decks: 25 (DeepGEMM overview), 34 (masked layout for CUDA-Graph decode), 32 (K-grouped weight gradients), 29 (HPC-Ops FP8 grouped GEMM), 35 (Mega MoE), 24 (DeepEP V2). Sources: DeepGEMM README; README @ 8002b769; MegaBlocks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M-axis Grouped GEMM</a:t>
            </a:r>
          </a:p>
          <a:p>
            <a:pPr>
              <a:spcBef>
                <a:spcPts val="600"/>
              </a:spcBef>
            </a:pPr>
            <a:r>
              <a:rPr sz="2600" b="0" i="0">
                <a:solidFill>
                  <a:srgbClr val="222222"/>
                </a:solidFill>
                <a:latin typeface="Calibri"/>
              </a:rPr>
              <a:t>One FP8 GEMM over every expert's ragged token batch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2044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u="none">
                <a:solidFill>
                  <a:srgbClr val="222222"/>
                </a:solidFill>
                <a:latin typeface="Calibri"/>
              </a:rPr>
              <a:t>DeepSeek-AI · DeepGEMM (contiguous layout)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6E6E6E"/>
                </a:solidFill>
                <a:latin typeface="Calibri"/>
              </a:rPr>
              <a:t>Explainer deck · Industrial Pretraining Architecture &amp; Infra Tech Landscape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GEMM &amp; MoE Kernels · github.com/deepseek-ai/DeepGEMM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Every MoE layer runs one GEMM per expert</a:t>
            </a:r>
          </a:p>
        </p:txBody>
      </p:sp>
      <p:pic>
        <p:nvPicPr>
          <p:cNvPr id="3" name="Picture 2" descr="fig_rag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1740559"/>
            <a:ext cx="6656649" cy="410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07200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DeepSeek-V3: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256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routed experts, top-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8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58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MoE layers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Prefill on EP32: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8 + 1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experts per GPU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Same weight shape, different token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Fixed-shape expert GEMMs pay over 2× the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C00000"/>
                </a:solidFill>
                <a:latin typeface="Calibri"/>
              </a:rPr>
              <a:t>&gt; 2×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MoE-layer math needed to stop dropping tokens when every expert gets a fixed-capacity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MegaBlocks (MLSys 2023), arXiv 2211.15841, §3 p.4; the same section cites capacity factors as high as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Fixed shapes pad, drop, or launch per expert</a:t>
            </a:r>
          </a:p>
        </p:txBody>
      </p:sp>
      <p:pic>
        <p:nvPicPr>
          <p:cNvPr id="3" name="Picture 2" descr="fig_statusq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9" y="1463040"/>
            <a:ext cx="10879015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Capacity batches waste math or tokens; per-expert launches waste SMs and need counts on the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experts differ only in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Every expert: same weight shape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[N, K]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only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M_e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varies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Generic grouped GEMMs carry per-problem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(M, N, K)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unused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experts differ only in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Every expert: same weight shape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[N, K]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only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M_e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varies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Generic grouped GEMMs carry per-problem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(M, N, K)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unused generality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Stack all tokens along M; if no M tile straddles two experts, one GEMM serves every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One contiguous layout serves all experts</a:t>
            </a:r>
          </a:p>
        </p:txBody>
      </p:sp>
      <p:pic>
        <p:nvPicPr>
          <p:cNvPr id="3" name="Picture 2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6870"/>
            <a:ext cx="11094415" cy="3730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m_grouped_fp8_gemm_nt_contiguous((A, sfa), (B, sfb), D, m_indices) · A FP8 with 1×128 scales, B FP8 with 128×128 scales, D BF16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Align every expert segment to the M tile</a:t>
            </a:r>
          </a:p>
        </p:txBody>
      </p:sp>
      <p:pic>
        <p:nvPicPr>
          <p:cNvPr id="3" name="Picture 2" descr="fig_alig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1782163"/>
            <a:ext cx="6656649" cy="4025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07200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An M tile can load only one weight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Packed rows put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3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experts in tile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Align every expert segment to the M tile</a:t>
            </a:r>
          </a:p>
        </p:txBody>
      </p:sp>
      <p:pic>
        <p:nvPicPr>
          <p:cNvPr id="3" name="Picture 2" descr="fig_alig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1782163"/>
            <a:ext cx="6656649" cy="4025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07200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An M tile can load only one weight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Packed rows put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3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experts in tile 2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Round each expert up to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128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rows (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256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on SM100)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Pad rows: zero data, index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−1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Each M tile looks up its own expert</a:t>
            </a:r>
          </a:p>
        </p:txBody>
      </p:sp>
      <p:pic>
        <p:nvPicPr>
          <p:cNvPr id="3" name="Picture 2" descr="fig_s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9" y="1463040"/>
            <a:ext cx="10879015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One launch and one tile grid: the host needs only ΣM, never per-expert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Dispatch writes the GEMM-ready layout</a:t>
            </a:r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3" y="1463040"/>
            <a:ext cx="10963348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One aligned buffer feeds gate+up, down, and the backward pass with no extra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Grouped GEMM matches dense: 1346 TFLOPS</a:t>
            </a:r>
          </a:p>
        </p:txBody>
      </p:sp>
      <p:pic>
        <p:nvPicPr>
          <p:cNvPr id="3" name="Picture 2" descr="tfl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985" y="1463040"/>
            <a:ext cx="655349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07200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1214–1346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TFLOPS on H800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1.2–1.3×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over a tuned CUTLASS 3.6 kernel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Legend: experts × rows per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Alignment padding stays ≤ 3.1% at prefill scale</a:t>
            </a:r>
          </a:p>
        </p:txBody>
      </p:sp>
      <p:pic>
        <p:nvPicPr>
          <p:cNvPr id="3" name="Picture 2" descr="pa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74" y="1463040"/>
            <a:ext cx="6541912" cy="42976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6406" y="5760719"/>
            <a:ext cx="665664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Analytic: (alignment − 1) / tokens per expert. Decode: ≤ 256 tokens per expert (DeepSeek-V3 §3.4.2)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072006" cy="42976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Worst case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127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pad rows per expert (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255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on SM100)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≤ 3.1%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at 4K tokens per expert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Capacity padding: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&gt; 2×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Contiguous needs host-side counts and one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18607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ΣM is a host shape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counts go to the CPU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No CUDA Graph: decode uses masked (deck 34)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463040"/>
            <a:ext cx="5318607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One N, K for all experts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Weight grads group along K (deck 32)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SM90 FP8: K-major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FP8×FP4 EP inference: fused Mega MoE replaces this pipeline (deck 35)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Fixed-capacity expert GEMMs: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&gt; 2×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math or dropped tokens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1F4E79"/>
                </a:solidFill>
                <a:latin typeface="Calibri"/>
              </a:rPr>
              <a:t>Insight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experts differ only in M, so stack rows aligned to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128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1214–1346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TFLOPS on H800,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1.2–1.3×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over CUTLASS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Padding ≤ one tile per expert: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≤ 3.1%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at 4K tokens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389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42255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Calibri"/>
              </a:rPr>
              <a:t>https://github.com/deepseek-ai/DeepGEMM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