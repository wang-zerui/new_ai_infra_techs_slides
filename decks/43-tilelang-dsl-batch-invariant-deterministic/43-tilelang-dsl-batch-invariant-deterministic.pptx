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DeepSeek-V4's architecture, with hybrid compressed attention and manifold-constrained hyper-connections, would otherwise run as hundreds of fine-grained PyTorch ATen operators. DeepSeek replaces most of them with fused kernels written in TileLang and runs all matrix multiplications on DeepGEMM. One design goal is that pre-training, post-training and inference produce bitwise identical results for the same token. Sources: DeepSeek-V4 abstract, §3.2, §3.3.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DeepSeek does not publish a reproducibility measurement, so here is the size of the problem from Thinking Machines: the same prompt at temperature zero, sent 1000 times to Qwen3-235B on vLLM, gave 80 distinct completions; they first diverge at token 103, where 992 say "Queens, New York" and 8 say "New York City". For RL, the sampler and the trainer then compute different log-probabilities, so on-policy RL silently becomes off-policy. For pre-training, rerunning a loss spike does not reproduce it. Source: Thinking Machines blog, "How nondeterministic are completions?".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villain is not randomness but order. Kernels pick their strategy from the batch shape: a small batch has too few output tiles, so split-K or split-KV spreads one reduction over several SMs and merges partial sums as a tree; a large batch reduces the same row sequentially on one SM. Same inputs, different rounding. In the backward pass, atomicAdd adds contributions in whatever order threads arrive. A request's output therefore depends on who else is in its batch, i.e. on server load. Sources: DeepSeek-V4 §3.3; Thinking Machines blog, "Batch invariance and determinism".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obvious fix is to use one kernel configuration for every shape and never split a reduction. Thinking Machines did exactly that in vLLM: 1000 requests took 55 seconds instead of 26, and 42 with an improved attention kernel. Their batch-invariant matmul alone was about 20% slower than cuBLAS. The other obvious fix, hand-writing hundreds of exact CUDA kernels, does not scale with V4's pace of architecture changes. Source: Thinking Machines blog, "Performance" and "Batch-invariant matrix multiplication"; 2.1x = 55/26 and 1.6x = 42/26 are derived.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Batch invariance means a token's output is bitwise identical regardless of its position within the batch. The observation behind DeepSeek's kernels is that parallelism and a fixed order are not in conflict, as long as extra parallelism is added around the order rather than by changing it: a tail sequence can be spread over several SMs if they combine in the single-SM order, and an atomic accumulation can become per-SM buffers summed in a fixed order. Source: DeepSeek-V4 §3.3.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overview. At the bottom, the TileLang compiler, which builds most of V4's fused kernels and adds host code generation, Z3-based integer analysis and exact numerics. In the middle, the kernels: attention, DeepGEMM matrix multiplications and the MoE backward. Mechanism 2 makes the forward pass batch-invariant; mechanism 3 makes the backward pass deterministic. All three pipelines on top share this stack. Sources: DeepSeek-V4 §3.2, §3.3; DeepGEMM mega_mhc.hpp for the fixed 16-way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GPUs get faster, small kernels become dominated by fixed CPU overhead, and a common source is Python-side contract checks on every call. TileLang now co-generates the device kernel and a lightweight host launcher from the same IR, with the dtypes, shapes and strides embedded; the launcher is C++ on TVM-FFI, which has a compact calling convention and zero-copy tensor interop. DeepSeek measured the validation overhead dropping from tens or hundreds of microseconds to less than one microsecond per invocation. Source: DeepSeek-V4 §3.2 "Reducing Invocation Overhead with Host Codegen".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Fast-math is disabled at the compiler level; precision-affecting approximations exist only as explicit operators such as T.__exp, and when strict IEEE-754 semantics are needed there are intrinsics with explicit rounding modes. TileLang's simplification and lowering rules are aligned with NVCC, and layout annotations pin layout-dependent lowering, so the evaluation and accumulation order can match a hand-written CUDA kernel exactly. The Z3 SMT solver, using quantifier-free non-linear integer arithmetic, proves index facts for vectorization, barrier insertion and simplification at a compile cost of a few seconds. DeepSeek reports the conservative defaults remain competitive. Source: DeepSeek-V4 §3.2.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Batch-invariant decoding cannot use split-KV, because how a sequence is split would depend on the batch. With one SM per sequence, full waves run at full throughput, but the last, partially filled wave leaves most SMs idle: wave quantization. DeepSeek uses two kernels. Kernel 1 computes a whole sequence on one SM for the full waves. Kernel 2 handles the final partial wave by spreading each sequence over the SMs of a thread-block cluster, exchanging data through distributed shared memory, along a calculation path designed to keep kernel 1's accumulation order. Which kernel a sequence lands in depends on the batch, but its bits do not. DeepSeek calls the overhead negligible. Schematic: 8 SMs, 10 sequences. Source: DeepSeek-V4 §3.3.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cuBLAS is not batch-invariant, so V4 replaces it end to end with DeepGEMM, and drops split-K in most scenarios, adding other optimizations so the GEMMs match or beat split-K in most major cases. One GEMM cannot avoid splitting: mHC's projection has only 24 output columns (4 + 4 + 16 for n_hc = 4) but a reduction length of 4 × 7168 = 28,672 on V4-Pro (both derived from the paper's configuration). DeepGEMM's deterministic mode always uses 16 splits, writes each split's partial output separately, and a later kernel reduces them in index order. Sources: DeepSeek-V4 §3.3; DeepGEMM csrc/apis/mega_mhc.hpp and layout/mega_mhc.cuh.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Run-to-run non-determinism mostly comes from atomic additions in the backward pass. In sparse attention, many query blocks contribute to the gradient of the same KV token; with atomicAdd the order is whatever order SMs arrive in. V4 gives each SM its own accumulation buffer and then performs a global deterministic summation. In the MoE backward, SMs from different ranks writing into the same receive buffer would negotiate write positions at run time; V4 pre-processes the token order within each rank and isolates buffers across ranks, which fixes both what expert parallelism sends and the accumulation order. Source: DeepSeek-V4 §3.3 "Determinism".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the DSL a performance compromise? In the TileLang paper's MLA decoding benchmark on H100, the TileLang kernel reaches up to 98 percent of hand-optimized FlashMLA, ahead of FlashInfer and Triton, in about 70 lines of Python. This is TileLang's own 2025 benchmark, not a DeepSeek-V4 measurement; DeepSeek only says that TileLang kernels remain competitive under conservative numeric defaults. Source: TileLang paper arXiv 2504.17577, §5.2 and Fig. 14(a).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DeepSeek publishes no overhead or reproducibility numbers for V4, only "minimal" and "negligible". Dropping split-K needs other GEMM optimizations to stay fast, and the guarantee requires owning every GEMM: cuBLAS is gone from the stack. The tail-wave kernel relies on thread-block clusters and distributed shared memory, available since Hopper. The guarantee is about a token's position in a batch and alignment across pre-training, post-training and inference; the paper does not claim invariance across different parallel layouts. Sources: DeepSeek-V4 §3.2-3.3. Related: deck 39 (DeepJIT determinism switches), deck 25 (DeepGEMM).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Reproducibility is a kernel property: decide each token's accumulation order once, and spend engineering on keeping parallelism without changing it. Related decks: 14 (Mega MoE, whose fused output is tested bit-identical to the non-fused path), 25 (DeepGEMM), 39 (DeepJIT and determinism switches), 61 (mHC), 63 (anticipatory routing, where reproducible runs help chase loss spikes). Sources: DeepSeek-V4 §3.2-3.3; Thinking Machines blog; TileLang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11094415" cy="20116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r>
              <a:rPr sz="4000" b="1" i="0">
                <a:solidFill>
                  <a:srgbClr val="1F4E79"/>
                </a:solidFill>
                <a:latin typeface="Calibri"/>
              </a:rPr>
              <a:t>TileLang + Batch-Invariant Kernels</a:t>
            </a:r>
          </a:p>
          <a:p>
            <a:pPr>
              <a:spcBef>
                <a:spcPts val="600"/>
              </a:spcBef>
            </a:pPr>
            <a:r>
              <a:rPr sz="2600" b="0" i="0">
                <a:solidFill>
                  <a:srgbClr val="222222"/>
                </a:solidFill>
                <a:latin typeface="Calibri"/>
              </a:rPr>
              <a:t>Same token, same bits, in training and serving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352044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1094415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00" b="0" u="none">
                <a:solidFill>
                  <a:srgbClr val="222222"/>
                </a:solidFill>
                <a:latin typeface="Calibri"/>
              </a:rPr>
              <a:t>DeepSeek-AI · DeepSeek-V4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6E6E6E"/>
                </a:solidFill>
                <a:latin typeface="Calibri"/>
              </a:rPr>
              <a:t>Explainer deck · Industrial Pretraining Architecture &amp; Infra Tech Landscape (2026)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600" b="0" i="0">
                <a:solidFill>
                  <a:srgbClr val="6E6E6E"/>
                </a:solidFill>
                <a:latin typeface="Calibri"/>
              </a:rPr>
              <a:t>Kernel Fusion &amp; Runtime · arxiv.org/abs/2606.19348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Pre-training, RL and serving must agree bit for bit</a:t>
            </a:r>
          </a:p>
        </p:txBody>
      </p:sp>
      <p:pic>
        <p:nvPicPr>
          <p:cNvPr id="3" name="Picture 2" descr="fig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7" y="1887907"/>
            <a:ext cx="5547207" cy="38137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5181447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V4-Pro: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1.6T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params,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49B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active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New layers (CSA/HCA, mHC) would mean hundreds of small ATen ops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One kernel stack serves every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Same request, 80 different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94415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600" b="1" i="0">
                <a:solidFill>
                  <a:srgbClr val="C00000"/>
                </a:solidFill>
                <a:latin typeface="Calibri"/>
              </a:rPr>
              <a:t>80 / 1000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094415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600" b="0" i="0">
                <a:solidFill>
                  <a:srgbClr val="222222"/>
                </a:solidFill>
                <a:latin typeface="Calibri"/>
              </a:rPr>
              <a:t>distinct completions from 1000 identical temperature-0 requests to Qwen3-235B served by vLLM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1">
                <a:solidFill>
                  <a:srgbClr val="6E6E6E"/>
                </a:solidFill>
                <a:latin typeface="Calibri"/>
              </a:rPr>
              <a:t>Thinking Machines Lab, "Defeating Nondeterminism in LLM Inference" (Sep 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Reduction order follows the batch, not the token</a:t>
            </a:r>
          </a:p>
        </p:txBody>
      </p:sp>
      <p:pic>
        <p:nvPicPr>
          <p:cNvPr id="3" name="Picture 2" descr="fig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463040"/>
            <a:ext cx="10607039" cy="32918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754879"/>
            <a:ext cx="110944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K0–K3: partial dot products over four chunks of the reduction dimension (schematic)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212079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Float addition is not associative: batch-dependent splits and atomics change the bits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Naive batch invariance costs 2.1× serving time</a:t>
            </a:r>
          </a:p>
        </p:txBody>
      </p:sp>
      <p:pic>
        <p:nvPicPr>
          <p:cNvPr id="3" name="Picture 2" descr="tm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126" y="1582689"/>
            <a:ext cx="6101928" cy="40583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41126" y="5760719"/>
            <a:ext cx="610192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Thinking Machines, Qwen3-8B on one GPU; ratios derived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626726" cy="42976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One fixed kernel config: no split-K, no split-KV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Small batches and tail waves lose parallelism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Better attention kernel: still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1.6×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Insight: fix the order, then add parallelism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A token's bits depend only on its accumulation order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So fix that order per token, at every batch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Insight: fix the order, then add parallelism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3703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A token's bits depend only on its accumulation order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So fix that order per token, at every batch size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5257800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Regain parallelism without reordering: spread tails across SMs, sum per-SM buffers in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Three layers make V4's kernels reproducible</a:t>
            </a:r>
          </a:p>
        </p:txBody>
      </p:sp>
      <p:pic>
        <p:nvPicPr>
          <p:cNvPr id="3" name="Picture 2" descr="fig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91" y="1463040"/>
            <a:ext cx="10790711" cy="42976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60719"/>
            <a:ext cx="110944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 i="1">
                <a:solidFill>
                  <a:srgbClr val="6E6E6E"/>
                </a:solidFill>
                <a:latin typeface="Calibri"/>
              </a:rPr>
              <a:t>Where each fix lives in DeepSeek-V4 (§3.2–3.3)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❶ TileLang generates the host launcher too</a:t>
            </a:r>
          </a:p>
        </p:txBody>
      </p:sp>
      <p:pic>
        <p:nvPicPr>
          <p:cNvPr id="3" name="Picture 2" descr="fig_code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18113"/>
            <a:ext cx="11094415" cy="334745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Per-call checks drop from tens–hundreds of µs in Python to under 1 µs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❶ TileLang keeps numerics exact by default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18607" cy="3703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222222"/>
                </a:solidFill>
                <a:latin typeface="Calibri"/>
              </a:rPr>
              <a:t>Exact by default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: fast-math off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Approximations opt-in: </a:t>
            </a:r>
            <a:r>
              <a:rPr sz="2200" b="0" i="0">
                <a:solidFill>
                  <a:srgbClr val="222222"/>
                </a:solidFill>
                <a:latin typeface="Menlo"/>
              </a:rPr>
              <a:t>T.__exp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2200" b="0" i="0">
                <a:solidFill>
                  <a:srgbClr val="222222"/>
                </a:solidFill>
                <a:latin typeface="Menlo"/>
              </a:rPr>
              <a:t>T.__log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IEEE intrinsics: </a:t>
            </a:r>
            <a:r>
              <a:rPr sz="2200" b="0" i="0">
                <a:solidFill>
                  <a:srgbClr val="222222"/>
                </a:solidFill>
                <a:latin typeface="Menlo"/>
              </a:rPr>
              <a:t>T.ieee_fdiv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, explicit rounding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447" y="1463040"/>
            <a:ext cx="5318607" cy="3703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222222"/>
                </a:solidFill>
                <a:latin typeface="Calibri"/>
              </a:rPr>
              <a:t>Bit-identical to CUDA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: NVCC-aligned lowering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Menlo"/>
              </a:rPr>
              <a:t>T.annotate_layout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pins accumulation order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Z3 checks index math in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257800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A TileLang kernel can be tested bit for bit against its CUDA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❷ Decode attention splits only the tail wave</a:t>
            </a:r>
          </a:p>
        </p:txBody>
      </p:sp>
      <p:pic>
        <p:nvPicPr>
          <p:cNvPr id="3" name="Picture 2" descr="fig_dualker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39" y="1463040"/>
            <a:ext cx="10879015" cy="365759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No split-KV: the tail kernel follows kernel 1's accumulation order exactly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❷ GEMMs keep one K order at every batch</a:t>
            </a:r>
          </a:p>
        </p:txBody>
      </p:sp>
      <p:pic>
        <p:nvPicPr>
          <p:cNvPr id="3" name="Picture 2" descr="fig_ge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2036"/>
            <a:ext cx="11094415" cy="351960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Elsewhere: DeepGEMM replaces cuBLAS end to end and drops split-K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❸ Backward sums in a fixed order, not atomically</a:t>
            </a:r>
          </a:p>
        </p:txBody>
      </p:sp>
      <p:pic>
        <p:nvPicPr>
          <p:cNvPr id="3" name="Picture 2" descr="fig_ato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85062"/>
            <a:ext cx="11094415" cy="321355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212079"/>
            <a:ext cx="11094415" cy="118872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MoE backward: a fixed token order and per-rank buffers pin every write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TileLang reaches 98% of FlashMLA in ~70 lines</a:t>
            </a:r>
          </a:p>
        </p:txBody>
      </p:sp>
      <p:pic>
        <p:nvPicPr>
          <p:cNvPr id="3" name="Picture 2" descr="m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886" y="1463040"/>
            <a:ext cx="5746408" cy="36575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4626726" cy="36575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MLA decoding on H100 (TileLang paper)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Hand-written FlashMLA: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1097×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over Torch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TileLang: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1076×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, about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70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lines of Python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257800"/>
            <a:ext cx="11094415" cy="82296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The DSL costs little speed: 98% of the hand-written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The cost: own kernels, lost split-K, no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18607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C00000"/>
                </a:solidFill>
                <a:latin typeface="Calibri"/>
              </a:rPr>
              <a:t>No published overhead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: only "minimal"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C00000"/>
                </a:solidFill>
                <a:latin typeface="Calibri"/>
              </a:rPr>
              <a:t>Split-K dropped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in most GEMMs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Every GEMM from DeepGEMM, none from cuBLAS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447" y="1463040"/>
            <a:ext cx="5318607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Tail kernel needs clusters and DSMEM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Invariant to batch position, not parallel layout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Z3 adds seconds of compile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663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Non-invariant kernels: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80 / 1000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distinct answers (Qwen3, vLLM)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1" i="0">
                <a:solidFill>
                  <a:srgbClr val="1F4E79"/>
                </a:solidFill>
                <a:latin typeface="Calibri"/>
              </a:rPr>
              <a:t>Insight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: fix each token's accumulation order, add parallelism around it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TileLang: host checks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&lt; 1 µs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, </a:t>
            </a:r>
            <a:r>
              <a:rPr sz="2400" b="1" i="0">
                <a:solidFill>
                  <a:srgbClr val="222222"/>
                </a:solidFill>
                <a:latin typeface="Calibri"/>
              </a:rPr>
              <a:t>98%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of FlashMLA</a:t>
            </a:r>
          </a:p>
          <a:p>
            <a:pPr marL="320040" indent="-292608">
              <a:spcAft>
                <a:spcPts val="1080"/>
              </a:spcAft>
              <a:buChar char="•"/>
            </a:pPr>
            <a:r>
              <a:rPr sz="2400" b="0" i="0">
                <a:solidFill>
                  <a:srgbClr val="222222"/>
                </a:solidFill>
                <a:latin typeface="Calibri"/>
              </a:rPr>
              <a:t>V4: batch-invariant forward, deterministic backward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4389120"/>
            <a:ext cx="1645920" cy="1645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42255" y="6080760"/>
            <a:ext cx="6400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600" b="1" i="0">
                <a:solidFill>
                  <a:srgbClr val="1F4E79"/>
                </a:solidFill>
                <a:latin typeface="Calibri"/>
              </a:rPr>
              <a:t>https://arxiv.org/abs/2606.19348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0" i="0">
                <a:solidFill>
                  <a:srgbClr val="6E6E6E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